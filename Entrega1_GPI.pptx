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7"/>
  </p:notesMasterIdLst>
  <p:sldIdLst>
    <p:sldId id="256" r:id="rId2"/>
    <p:sldId id="259" r:id="rId3"/>
    <p:sldId id="260" r:id="rId4"/>
    <p:sldId id="263" r:id="rId5"/>
    <p:sldId id="264" r:id="rId6"/>
  </p:sldIdLst>
  <p:sldSz cx="9144000" cy="5143500" type="screen16x9"/>
  <p:notesSz cx="6858000" cy="9144000"/>
  <p:embeddedFontLst>
    <p:embeddedFont>
      <p:font typeface="Aldrich" panose="02000000000000000000" pitchFamily="2" charset="0"/>
      <p:regular r:id="rId8"/>
    </p:embeddedFon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Open Sans" panose="020B0606030504020204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669"/>
    <a:srgbClr val="25A2FF"/>
    <a:srgbClr val="008AF2"/>
    <a:srgbClr val="F3EDE9"/>
    <a:srgbClr val="C0E67A"/>
    <a:srgbClr val="F8D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63999E-D66F-4A69-B050-4B51681F7599}">
  <a:tblStyle styleId="{3C63999E-D66F-4A69-B050-4B51681F75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4EDDA03-C826-4501-8096-B99EF8AF71F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336" name="Google Shape;3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373" name="Google Shape;37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385" name="Google Shape;385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>
          <a:extLst>
            <a:ext uri="{FF2B5EF4-FFF2-40B4-BE49-F238E27FC236}">
              <a16:creationId xmlns:a16="http://schemas.microsoft.com/office/drawing/2014/main" id="{CFB4576E-FC1B-C838-B48A-C2B9642C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54dda1946d_6_322:notes">
            <a:extLst>
              <a:ext uri="{FF2B5EF4-FFF2-40B4-BE49-F238E27FC236}">
                <a16:creationId xmlns:a16="http://schemas.microsoft.com/office/drawing/2014/main" id="{9BE5E38D-F693-1D3E-D250-70CD5F687E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373" name="Google Shape;373;g54dda1946d_6_322:notes">
            <a:extLst>
              <a:ext uri="{FF2B5EF4-FFF2-40B4-BE49-F238E27FC236}">
                <a16:creationId xmlns:a16="http://schemas.microsoft.com/office/drawing/2014/main" id="{19D0F022-00E3-7EB9-FE0A-A45DEE06FA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0314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>
          <a:extLst>
            <a:ext uri="{FF2B5EF4-FFF2-40B4-BE49-F238E27FC236}">
              <a16:creationId xmlns:a16="http://schemas.microsoft.com/office/drawing/2014/main" id="{47801D26-05E8-E614-6954-91E626AAD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54dda1946d_6_322:notes">
            <a:extLst>
              <a:ext uri="{FF2B5EF4-FFF2-40B4-BE49-F238E27FC236}">
                <a16:creationId xmlns:a16="http://schemas.microsoft.com/office/drawing/2014/main" id="{D3C347D4-BDF9-89CC-3D1F-C1019B4645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373" name="Google Shape;373;g54dda1946d_6_322:notes">
            <a:extLst>
              <a:ext uri="{FF2B5EF4-FFF2-40B4-BE49-F238E27FC236}">
                <a16:creationId xmlns:a16="http://schemas.microsoft.com/office/drawing/2014/main" id="{8B5930AB-4700-9887-71D9-A2D2D95C86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3276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10" name="Google Shape;10;p2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244925" y="1205975"/>
            <a:ext cx="3542100" cy="30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318725" y="3074550"/>
            <a:ext cx="2497200" cy="104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>
            <a:off x="496925" y="855351"/>
            <a:ext cx="8150150" cy="3748650"/>
            <a:chOff x="496925" y="855351"/>
            <a:chExt cx="8150150" cy="3748650"/>
          </a:xfrm>
        </p:grpSpPr>
        <p:sp>
          <p:nvSpPr>
            <p:cNvPr id="19" name="Google Shape;19;p2"/>
            <p:cNvSpPr txBox="1"/>
            <p:nvPr/>
          </p:nvSpPr>
          <p:spPr>
            <a:xfrm>
              <a:off x="8430775" y="8553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1010010101001010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20;p2"/>
            <p:cNvSpPr txBox="1"/>
            <p:nvPr/>
          </p:nvSpPr>
          <p:spPr>
            <a:xfrm>
              <a:off x="496925" y="2046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1001010101010100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7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78" name="Google Shape;78;p7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80" name="Google Shape;80;p7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81" name="Google Shape;81;p7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82" name="Google Shape;82;p7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83" name="Google Shape;83;p7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84" name="Google Shape;84;p7"/>
          <p:cNvSpPr txBox="1">
            <a:spLocks noGrp="1"/>
          </p:cNvSpPr>
          <p:nvPr>
            <p:ph type="title"/>
          </p:nvPr>
        </p:nvSpPr>
        <p:spPr>
          <a:xfrm>
            <a:off x="713225" y="885888"/>
            <a:ext cx="4294800" cy="100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1"/>
          </p:nvPr>
        </p:nvSpPr>
        <p:spPr>
          <a:xfrm>
            <a:off x="713225" y="1887913"/>
            <a:ext cx="4294800" cy="26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7"/>
          <p:cNvSpPr>
            <a:spLocks noGrp="1"/>
          </p:cNvSpPr>
          <p:nvPr>
            <p:ph type="pic" idx="2"/>
          </p:nvPr>
        </p:nvSpPr>
        <p:spPr>
          <a:xfrm>
            <a:off x="5237825" y="1001375"/>
            <a:ext cx="2818200" cy="3295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87" name="Google Shape;87;p7"/>
          <p:cNvGrpSpPr/>
          <p:nvPr/>
        </p:nvGrpSpPr>
        <p:grpSpPr>
          <a:xfrm>
            <a:off x="496925" y="855351"/>
            <a:ext cx="8150150" cy="3748650"/>
            <a:chOff x="496925" y="855351"/>
            <a:chExt cx="8150150" cy="3748650"/>
          </a:xfrm>
        </p:grpSpPr>
        <p:sp>
          <p:nvSpPr>
            <p:cNvPr id="88" name="Google Shape;88;p7"/>
            <p:cNvSpPr txBox="1"/>
            <p:nvPr/>
          </p:nvSpPr>
          <p:spPr>
            <a:xfrm>
              <a:off x="8430775" y="8553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1010010101001010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9" name="Google Shape;89;p7"/>
            <p:cNvSpPr txBox="1"/>
            <p:nvPr/>
          </p:nvSpPr>
          <p:spPr>
            <a:xfrm>
              <a:off x="496925" y="2046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1001010101010100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8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92" name="Google Shape;92;p8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94" name="Google Shape;94;p8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95" name="Google Shape;95;p8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6" name="Google Shape;96;p8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7" name="Google Shape;97;p8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98" name="Google Shape;9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9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101" name="Google Shape;101;p9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03" name="Google Shape;103;p9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104" name="Google Shape;104;p9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05" name="Google Shape;105;p9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06" name="Google Shape;106;p9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07" name="Google Shape;10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0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232" name="Google Shape;232;p20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34" name="Google Shape;234;p20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235" name="Google Shape;235;p20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36" name="Google Shape;236;p20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37" name="Google Shape;237;p20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238" name="Google Shape;238;p20"/>
          <p:cNvSpPr txBox="1">
            <a:spLocks noGrp="1"/>
          </p:cNvSpPr>
          <p:nvPr>
            <p:ph type="subTitle" idx="1"/>
          </p:nvPr>
        </p:nvSpPr>
        <p:spPr>
          <a:xfrm>
            <a:off x="851225" y="3081200"/>
            <a:ext cx="2348100" cy="12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0"/>
          <p:cNvSpPr txBox="1">
            <a:spLocks noGrp="1"/>
          </p:cNvSpPr>
          <p:nvPr>
            <p:ph type="subTitle" idx="2"/>
          </p:nvPr>
        </p:nvSpPr>
        <p:spPr>
          <a:xfrm>
            <a:off x="3397950" y="3081200"/>
            <a:ext cx="2348100" cy="12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0"/>
          <p:cNvSpPr txBox="1">
            <a:spLocks noGrp="1"/>
          </p:cNvSpPr>
          <p:nvPr>
            <p:ph type="subTitle" idx="3"/>
          </p:nvPr>
        </p:nvSpPr>
        <p:spPr>
          <a:xfrm>
            <a:off x="5944675" y="3081201"/>
            <a:ext cx="2348100" cy="12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0"/>
          <p:cNvSpPr txBox="1">
            <a:spLocks noGrp="1"/>
          </p:cNvSpPr>
          <p:nvPr>
            <p:ph type="subTitle" idx="4"/>
          </p:nvPr>
        </p:nvSpPr>
        <p:spPr>
          <a:xfrm>
            <a:off x="851225" y="2256425"/>
            <a:ext cx="2348100" cy="8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242" name="Google Shape;242;p20"/>
          <p:cNvSpPr txBox="1">
            <a:spLocks noGrp="1"/>
          </p:cNvSpPr>
          <p:nvPr>
            <p:ph type="subTitle" idx="5"/>
          </p:nvPr>
        </p:nvSpPr>
        <p:spPr>
          <a:xfrm>
            <a:off x="3397954" y="2256425"/>
            <a:ext cx="2348100" cy="8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243" name="Google Shape;243;p20"/>
          <p:cNvSpPr txBox="1">
            <a:spLocks noGrp="1"/>
          </p:cNvSpPr>
          <p:nvPr>
            <p:ph type="subTitle" idx="6"/>
          </p:nvPr>
        </p:nvSpPr>
        <p:spPr>
          <a:xfrm>
            <a:off x="5944675" y="2256425"/>
            <a:ext cx="2348100" cy="8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244" name="Google Shape;244;p20"/>
          <p:cNvSpPr txBox="1">
            <a:spLocks noGrp="1"/>
          </p:cNvSpPr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grpSp>
        <p:nvGrpSpPr>
          <p:cNvPr id="245" name="Google Shape;245;p20"/>
          <p:cNvGrpSpPr/>
          <p:nvPr/>
        </p:nvGrpSpPr>
        <p:grpSpPr>
          <a:xfrm>
            <a:off x="496925" y="1436601"/>
            <a:ext cx="8150150" cy="3151497"/>
            <a:chOff x="496925" y="1436601"/>
            <a:chExt cx="8150150" cy="3151497"/>
          </a:xfrm>
        </p:grpSpPr>
        <p:sp>
          <p:nvSpPr>
            <p:cNvPr id="246" name="Google Shape;246;p20"/>
            <p:cNvSpPr txBox="1"/>
            <p:nvPr/>
          </p:nvSpPr>
          <p:spPr>
            <a:xfrm>
              <a:off x="8430775" y="2030298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1010010010110111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7" name="Google Shape;247;p20"/>
            <p:cNvSpPr txBox="1"/>
            <p:nvPr/>
          </p:nvSpPr>
          <p:spPr>
            <a:xfrm>
              <a:off x="496925" y="14366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1001010100101010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24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308" name="Google Shape;308;p24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310" name="Google Shape;310;p24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311" name="Google Shape;311;p24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2" name="Google Shape;312;p24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3" name="Google Shape;313;p24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314" name="Google Shape;314;p24"/>
          <p:cNvGrpSpPr/>
          <p:nvPr/>
        </p:nvGrpSpPr>
        <p:grpSpPr>
          <a:xfrm>
            <a:off x="496925" y="1007751"/>
            <a:ext cx="8150150" cy="3215250"/>
            <a:chOff x="496925" y="1007751"/>
            <a:chExt cx="8150150" cy="3215250"/>
          </a:xfrm>
        </p:grpSpPr>
        <p:sp>
          <p:nvSpPr>
            <p:cNvPr id="315" name="Google Shape;315;p24"/>
            <p:cNvSpPr txBox="1"/>
            <p:nvPr/>
          </p:nvSpPr>
          <p:spPr>
            <a:xfrm>
              <a:off x="8430775" y="10077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1100101010101110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6" name="Google Shape;316;p24"/>
            <p:cNvSpPr txBox="1"/>
            <p:nvPr/>
          </p:nvSpPr>
          <p:spPr>
            <a:xfrm>
              <a:off x="496925" y="1665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101010111000111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25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319" name="Google Shape;319;p25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321" name="Google Shape;321;p25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322" name="Google Shape;322;p25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3" name="Google Shape;323;p25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4" name="Google Shape;324;p25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325" name="Google Shape;325;p25"/>
          <p:cNvGrpSpPr/>
          <p:nvPr/>
        </p:nvGrpSpPr>
        <p:grpSpPr>
          <a:xfrm>
            <a:off x="496925" y="1436601"/>
            <a:ext cx="8150150" cy="3151497"/>
            <a:chOff x="496925" y="1436601"/>
            <a:chExt cx="8150150" cy="3151497"/>
          </a:xfrm>
        </p:grpSpPr>
        <p:sp>
          <p:nvSpPr>
            <p:cNvPr id="326" name="Google Shape;326;p25"/>
            <p:cNvSpPr txBox="1"/>
            <p:nvPr/>
          </p:nvSpPr>
          <p:spPr>
            <a:xfrm>
              <a:off x="8430775" y="2030298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1010010010110111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7" name="Google Shape;327;p25"/>
            <p:cNvSpPr txBox="1"/>
            <p:nvPr/>
          </p:nvSpPr>
          <p:spPr>
            <a:xfrm>
              <a:off x="496925" y="14366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1001010100101010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drich"/>
              <a:buNone/>
              <a:defRPr sz="28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8" r:id="rId5"/>
    <p:sldLayoutId id="2147483666" r:id="rId6"/>
    <p:sldLayoutId id="2147483670" r:id="rId7"/>
    <p:sldLayoutId id="2147483671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29"/>
          <p:cNvGrpSpPr/>
          <p:nvPr/>
        </p:nvGrpSpPr>
        <p:grpSpPr>
          <a:xfrm>
            <a:off x="6442850" y="1530900"/>
            <a:ext cx="1625700" cy="1625700"/>
            <a:chOff x="4653650" y="1256600"/>
            <a:chExt cx="1625700" cy="1625700"/>
          </a:xfrm>
        </p:grpSpPr>
        <p:sp>
          <p:nvSpPr>
            <p:cNvPr id="339" name="Google Shape;339;p29"/>
            <p:cNvSpPr/>
            <p:nvPr/>
          </p:nvSpPr>
          <p:spPr>
            <a:xfrm>
              <a:off x="4653650" y="1256600"/>
              <a:ext cx="1625700" cy="1625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0" name="Google Shape;340;p29"/>
            <p:cNvSpPr/>
            <p:nvPr/>
          </p:nvSpPr>
          <p:spPr>
            <a:xfrm>
              <a:off x="4653650" y="1256600"/>
              <a:ext cx="1625700" cy="159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41" name="Google Shape;341;p29"/>
          <p:cNvSpPr txBox="1">
            <a:spLocks noGrp="1"/>
          </p:cNvSpPr>
          <p:nvPr>
            <p:ph type="ctrTitle"/>
          </p:nvPr>
        </p:nvSpPr>
        <p:spPr>
          <a:xfrm>
            <a:off x="1244925" y="1205975"/>
            <a:ext cx="3977458" cy="17089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nsolas" panose="020B0609020204030204" pitchFamily="49" charset="0"/>
              </a:rPr>
              <a:t>CONSULTORIO DIGITAL</a:t>
            </a:r>
            <a:endParaRPr dirty="0">
              <a:latin typeface="Consolas" panose="020B0609020204030204" pitchFamily="49" charset="0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1044324" y="3983026"/>
            <a:ext cx="880576" cy="474590"/>
          </a:xfrm>
          <a:custGeom>
            <a:avLst/>
            <a:gdLst/>
            <a:ahLst/>
            <a:cxnLst/>
            <a:rect l="l" t="t" r="r" b="b"/>
            <a:pathLst>
              <a:path w="1618" h="872" extrusionOk="0">
                <a:moveTo>
                  <a:pt x="1093" y="11"/>
                </a:moveTo>
                <a:cubicBezTo>
                  <a:pt x="1064" y="-8"/>
                  <a:pt x="1024" y="0"/>
                  <a:pt x="1005" y="29"/>
                </a:cubicBezTo>
                <a:lnTo>
                  <a:pt x="508" y="774"/>
                </a:lnTo>
                <a:cubicBezTo>
                  <a:pt x="488" y="803"/>
                  <a:pt x="496" y="842"/>
                  <a:pt x="525" y="861"/>
                </a:cubicBezTo>
                <a:cubicBezTo>
                  <a:pt x="554" y="881"/>
                  <a:pt x="593" y="873"/>
                  <a:pt x="613" y="844"/>
                </a:cubicBezTo>
                <a:lnTo>
                  <a:pt x="1110" y="99"/>
                </a:lnTo>
                <a:cubicBezTo>
                  <a:pt x="1130" y="70"/>
                  <a:pt x="1122" y="31"/>
                  <a:pt x="1093" y="11"/>
                </a:cubicBezTo>
                <a:moveTo>
                  <a:pt x="1607" y="401"/>
                </a:moveTo>
                <a:lnTo>
                  <a:pt x="1359" y="29"/>
                </a:lnTo>
                <a:cubicBezTo>
                  <a:pt x="1339" y="0"/>
                  <a:pt x="1300" y="-8"/>
                  <a:pt x="1271" y="11"/>
                </a:cubicBezTo>
                <a:cubicBezTo>
                  <a:pt x="1242" y="31"/>
                  <a:pt x="1234" y="70"/>
                  <a:pt x="1254" y="99"/>
                </a:cubicBezTo>
                <a:lnTo>
                  <a:pt x="1479" y="436"/>
                </a:lnTo>
                <a:lnTo>
                  <a:pt x="1254" y="774"/>
                </a:lnTo>
                <a:cubicBezTo>
                  <a:pt x="1234" y="803"/>
                  <a:pt x="1242" y="842"/>
                  <a:pt x="1271" y="861"/>
                </a:cubicBezTo>
                <a:cubicBezTo>
                  <a:pt x="1300" y="881"/>
                  <a:pt x="1339" y="873"/>
                  <a:pt x="1359" y="844"/>
                </a:cubicBezTo>
                <a:lnTo>
                  <a:pt x="1607" y="471"/>
                </a:lnTo>
                <a:cubicBezTo>
                  <a:pt x="1622" y="450"/>
                  <a:pt x="1622" y="422"/>
                  <a:pt x="1607" y="401"/>
                </a:cubicBezTo>
                <a:moveTo>
                  <a:pt x="364" y="99"/>
                </a:moveTo>
                <a:lnTo>
                  <a:pt x="139" y="436"/>
                </a:lnTo>
                <a:lnTo>
                  <a:pt x="364" y="774"/>
                </a:lnTo>
                <a:cubicBezTo>
                  <a:pt x="384" y="803"/>
                  <a:pt x="376" y="842"/>
                  <a:pt x="347" y="861"/>
                </a:cubicBezTo>
                <a:cubicBezTo>
                  <a:pt x="318" y="881"/>
                  <a:pt x="279" y="873"/>
                  <a:pt x="259" y="844"/>
                </a:cubicBezTo>
                <a:lnTo>
                  <a:pt x="10" y="471"/>
                </a:lnTo>
                <a:cubicBezTo>
                  <a:pt x="-4" y="450"/>
                  <a:pt x="-4" y="422"/>
                  <a:pt x="10" y="401"/>
                </a:cubicBezTo>
                <a:lnTo>
                  <a:pt x="259" y="29"/>
                </a:lnTo>
                <a:cubicBezTo>
                  <a:pt x="278" y="0"/>
                  <a:pt x="318" y="-8"/>
                  <a:pt x="347" y="11"/>
                </a:cubicBezTo>
                <a:cubicBezTo>
                  <a:pt x="376" y="31"/>
                  <a:pt x="384" y="70"/>
                  <a:pt x="364" y="9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9"/>
          <p:cNvSpPr txBox="1">
            <a:spLocks noGrp="1"/>
          </p:cNvSpPr>
          <p:nvPr>
            <p:ph type="subTitle" idx="1"/>
          </p:nvPr>
        </p:nvSpPr>
        <p:spPr>
          <a:xfrm>
            <a:off x="5318787" y="3089439"/>
            <a:ext cx="2497200" cy="10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s-CL" sz="1100" dirty="0">
                <a:latin typeface="Consolas" panose="020B0609020204030204" pitchFamily="49" charset="0"/>
              </a:rPr>
              <a:t>Alexandra Carrasco</a:t>
            </a:r>
          </a:p>
          <a:p>
            <a:pPr marL="0" indent="0" algn="l"/>
            <a:r>
              <a:rPr lang="es-CL" sz="1100" dirty="0">
                <a:latin typeface="Consolas" panose="020B0609020204030204" pitchFamily="49" charset="0"/>
              </a:rPr>
              <a:t>Alejandro Dinamarca</a:t>
            </a:r>
          </a:p>
          <a:p>
            <a:pPr marL="0" indent="0" algn="l"/>
            <a:r>
              <a:rPr lang="es-CL" sz="1100" dirty="0">
                <a:latin typeface="Consolas" panose="020B0609020204030204" pitchFamily="49" charset="0"/>
              </a:rPr>
              <a:t>Allan Gálvez</a:t>
            </a:r>
          </a:p>
          <a:p>
            <a:pPr marL="0" indent="0" algn="l"/>
            <a:r>
              <a:rPr lang="es-CL" sz="1100" dirty="0">
                <a:latin typeface="Consolas" panose="020B0609020204030204" pitchFamily="49" charset="0"/>
              </a:rPr>
              <a:t>Lucas Rojas</a:t>
            </a:r>
          </a:p>
          <a:p>
            <a:pPr marL="0" indent="0" algn="l"/>
            <a:r>
              <a:rPr lang="es-CL" sz="1100" dirty="0">
                <a:latin typeface="Consolas" panose="020B0609020204030204" pitchFamily="49" charset="0"/>
              </a:rPr>
              <a:t>Ricardo Silva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4" name="Google Shape;344;p29"/>
          <p:cNvSpPr/>
          <p:nvPr/>
        </p:nvSpPr>
        <p:spPr>
          <a:xfrm>
            <a:off x="5318787" y="2914950"/>
            <a:ext cx="2497200" cy="15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1A770B7-D4AB-E03C-4755-30311BB23430}"/>
              </a:ext>
            </a:extLst>
          </p:cNvPr>
          <p:cNvSpPr txBox="1"/>
          <p:nvPr/>
        </p:nvSpPr>
        <p:spPr>
          <a:xfrm>
            <a:off x="6567387" y="2002643"/>
            <a:ext cx="145622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dirty="0">
                <a:solidFill>
                  <a:schemeClr val="tx1"/>
                </a:solidFill>
                <a:latin typeface="Consolas" panose="020B0609020204030204" pitchFamily="49" charset="0"/>
              </a:rPr>
              <a:t>GESTIÓN DE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dirty="0">
                <a:solidFill>
                  <a:schemeClr val="tx1"/>
                </a:solidFill>
                <a:latin typeface="Consolas" panose="020B0609020204030204" pitchFamily="49" charset="0"/>
              </a:rPr>
              <a:t>PROYECTOS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dirty="0">
                <a:solidFill>
                  <a:schemeClr val="tx1"/>
                </a:solidFill>
                <a:latin typeface="Consolas" panose="020B0609020204030204" pitchFamily="49" charset="0"/>
              </a:rPr>
              <a:t>INFORMÁTICOS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"/>
          <p:cNvSpPr txBox="1">
            <a:spLocks noGrp="1"/>
          </p:cNvSpPr>
          <p:nvPr>
            <p:ph type="title"/>
          </p:nvPr>
        </p:nvSpPr>
        <p:spPr>
          <a:xfrm>
            <a:off x="397188" y="330297"/>
            <a:ext cx="3376322" cy="3625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Consolas" panose="020B0609020204030204" pitchFamily="49" charset="0"/>
              </a:rPr>
              <a:t>Etapas de trabajo</a:t>
            </a:r>
            <a:endParaRPr sz="2000" dirty="0">
              <a:latin typeface="Consolas" panose="020B0609020204030204" pitchFamily="49" charset="0"/>
            </a:endParaRP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526820AA-54E3-4B58-FEFF-49EEA33265FA}"/>
              </a:ext>
            </a:extLst>
          </p:cNvPr>
          <p:cNvGrpSpPr/>
          <p:nvPr/>
        </p:nvGrpSpPr>
        <p:grpSpPr>
          <a:xfrm>
            <a:off x="809582" y="963752"/>
            <a:ext cx="3665826" cy="1075687"/>
            <a:chOff x="809582" y="963752"/>
            <a:chExt cx="3665826" cy="1075687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C4CBC605-157E-A220-BE0F-19A206B0ECAC}"/>
                </a:ext>
              </a:extLst>
            </p:cNvPr>
            <p:cNvSpPr/>
            <p:nvPr/>
          </p:nvSpPr>
          <p:spPr>
            <a:xfrm>
              <a:off x="809582" y="963753"/>
              <a:ext cx="3665826" cy="10756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1" name="Google Shape;378;p32">
              <a:extLst>
                <a:ext uri="{FF2B5EF4-FFF2-40B4-BE49-F238E27FC236}">
                  <a16:creationId xmlns:a16="http://schemas.microsoft.com/office/drawing/2014/main" id="{3FE41CB3-32BC-D00B-90D6-24316DBC2770}"/>
                </a:ext>
              </a:extLst>
            </p:cNvPr>
            <p:cNvSpPr/>
            <p:nvPr/>
          </p:nvSpPr>
          <p:spPr>
            <a:xfrm>
              <a:off x="809582" y="963752"/>
              <a:ext cx="3665826" cy="324135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" name="Google Shape;376;p32">
              <a:extLst>
                <a:ext uri="{FF2B5EF4-FFF2-40B4-BE49-F238E27FC236}">
                  <a16:creationId xmlns:a16="http://schemas.microsoft.com/office/drawing/2014/main" id="{E8792E53-947A-8516-3BC7-52BEF4F1F28C}"/>
                </a:ext>
              </a:extLst>
            </p:cNvPr>
            <p:cNvSpPr txBox="1">
              <a:spLocks/>
            </p:cNvSpPr>
            <p:nvPr/>
          </p:nvSpPr>
          <p:spPr>
            <a:xfrm>
              <a:off x="809582" y="989250"/>
              <a:ext cx="3504841" cy="2986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ldrich"/>
                <a:buNone/>
                <a:defRPr sz="28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9pPr>
            </a:lstStyle>
            <a:p>
              <a:r>
                <a:rPr lang="es-MX" sz="1200" dirty="0">
                  <a:solidFill>
                    <a:schemeClr val="bg1"/>
                  </a:solidFill>
                  <a:latin typeface="Consolas" panose="020B0609020204030204" pitchFamily="49" charset="0"/>
                </a:rPr>
                <a:t>E</a:t>
              </a:r>
              <a:r>
                <a:rPr lang="es-CL" sz="1200" dirty="0">
                  <a:solidFill>
                    <a:schemeClr val="bg1"/>
                  </a:solidFill>
                  <a:latin typeface="Consolas" panose="020B0609020204030204" pitchFamily="49" charset="0"/>
                </a:rPr>
                <a:t>studio de factibilidad</a:t>
              </a: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B3F4A7DB-71D4-FE86-3CE0-F372349C14D4}"/>
                </a:ext>
              </a:extLst>
            </p:cNvPr>
            <p:cNvSpPr/>
            <p:nvPr/>
          </p:nvSpPr>
          <p:spPr>
            <a:xfrm>
              <a:off x="946590" y="1397000"/>
              <a:ext cx="1603424" cy="500562"/>
            </a:xfrm>
            <a:prstGeom prst="rect">
              <a:avLst/>
            </a:prstGeom>
            <a:noFill/>
            <a:ln>
              <a:solidFill>
                <a:srgbClr val="C0E6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9CAE7D90-08F7-8E93-9DD0-B2BDE215F9BC}"/>
                </a:ext>
              </a:extLst>
            </p:cNvPr>
            <p:cNvSpPr/>
            <p:nvPr/>
          </p:nvSpPr>
          <p:spPr>
            <a:xfrm>
              <a:off x="2687022" y="1397000"/>
              <a:ext cx="1603424" cy="500562"/>
            </a:xfrm>
            <a:prstGeom prst="rect">
              <a:avLst/>
            </a:prstGeom>
            <a:noFill/>
            <a:ln>
              <a:solidFill>
                <a:srgbClr val="C0E6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7" name="Google Shape;376;p32">
              <a:extLst>
                <a:ext uri="{FF2B5EF4-FFF2-40B4-BE49-F238E27FC236}">
                  <a16:creationId xmlns:a16="http://schemas.microsoft.com/office/drawing/2014/main" id="{BACBC82C-E92A-1994-56B9-B1F06FBBCE77}"/>
                </a:ext>
              </a:extLst>
            </p:cNvPr>
            <p:cNvSpPr txBox="1">
              <a:spLocks/>
            </p:cNvSpPr>
            <p:nvPr/>
          </p:nvSpPr>
          <p:spPr>
            <a:xfrm>
              <a:off x="956794" y="1427189"/>
              <a:ext cx="1511289" cy="4250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ldrich"/>
                <a:buNone/>
                <a:defRPr sz="28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9pPr>
            </a:lstStyle>
            <a:p>
              <a:r>
                <a:rPr lang="es-CL" sz="1100" dirty="0">
                  <a:latin typeface="Consolas" panose="020B0609020204030204" pitchFamily="49" charset="0"/>
                </a:rPr>
                <a:t>Diagnóstico de Interoperabilidad</a:t>
              </a:r>
              <a:endParaRPr lang="es-CL" sz="11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8" name="Google Shape;376;p32">
              <a:extLst>
                <a:ext uri="{FF2B5EF4-FFF2-40B4-BE49-F238E27FC236}">
                  <a16:creationId xmlns:a16="http://schemas.microsoft.com/office/drawing/2014/main" id="{06ECB842-D4D9-6DE5-A9B7-854E35509329}"/>
                </a:ext>
              </a:extLst>
            </p:cNvPr>
            <p:cNvSpPr txBox="1">
              <a:spLocks/>
            </p:cNvSpPr>
            <p:nvPr/>
          </p:nvSpPr>
          <p:spPr>
            <a:xfrm>
              <a:off x="2687022" y="1490418"/>
              <a:ext cx="1443335" cy="2986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ldrich"/>
                <a:buNone/>
                <a:defRPr sz="28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9pPr>
            </a:lstStyle>
            <a:p>
              <a:r>
                <a:rPr lang="es-CL" sz="1100" dirty="0">
                  <a:latin typeface="Consolas" panose="020B0609020204030204" pitchFamily="49" charset="0"/>
                </a:rPr>
                <a:t>Análisis de Costo-Beneficio</a:t>
              </a:r>
              <a:endParaRPr lang="es-CL" sz="11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41" name="Rectángulo 40">
            <a:extLst>
              <a:ext uri="{FF2B5EF4-FFF2-40B4-BE49-F238E27FC236}">
                <a16:creationId xmlns:a16="http://schemas.microsoft.com/office/drawing/2014/main" id="{1D16066F-EAE2-EC84-01DC-5361B383D9E8}"/>
              </a:ext>
            </a:extLst>
          </p:cNvPr>
          <p:cNvSpPr/>
          <p:nvPr/>
        </p:nvSpPr>
        <p:spPr>
          <a:xfrm>
            <a:off x="809582" y="2200287"/>
            <a:ext cx="3665826" cy="10756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2" name="Google Shape;378;p32">
            <a:extLst>
              <a:ext uri="{FF2B5EF4-FFF2-40B4-BE49-F238E27FC236}">
                <a16:creationId xmlns:a16="http://schemas.microsoft.com/office/drawing/2014/main" id="{9455DC2B-88A2-3570-9709-E13EFD1166DD}"/>
              </a:ext>
            </a:extLst>
          </p:cNvPr>
          <p:cNvSpPr/>
          <p:nvPr/>
        </p:nvSpPr>
        <p:spPr>
          <a:xfrm>
            <a:off x="809582" y="2200286"/>
            <a:ext cx="3665826" cy="324135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376;p32">
            <a:extLst>
              <a:ext uri="{FF2B5EF4-FFF2-40B4-BE49-F238E27FC236}">
                <a16:creationId xmlns:a16="http://schemas.microsoft.com/office/drawing/2014/main" id="{9CB98D4A-7F4D-BF97-6F7A-E5E4CBDF1245}"/>
              </a:ext>
            </a:extLst>
          </p:cNvPr>
          <p:cNvSpPr txBox="1">
            <a:spLocks/>
          </p:cNvSpPr>
          <p:nvPr/>
        </p:nvSpPr>
        <p:spPr>
          <a:xfrm>
            <a:off x="809582" y="2225784"/>
            <a:ext cx="3504841" cy="298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drich"/>
              <a:buNone/>
              <a:defRPr sz="28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rPr lang="es-MX" sz="1200" dirty="0">
                <a:solidFill>
                  <a:schemeClr val="bg1"/>
                </a:solidFill>
                <a:latin typeface="Consolas" panose="020B0609020204030204" pitchFamily="49" charset="0"/>
              </a:rPr>
              <a:t> Caso de Negocio</a:t>
            </a:r>
            <a:endParaRPr lang="es-CL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AA6970AD-417C-BC87-F15A-D00AFA198786}"/>
              </a:ext>
            </a:extLst>
          </p:cNvPr>
          <p:cNvSpPr/>
          <p:nvPr/>
        </p:nvSpPr>
        <p:spPr>
          <a:xfrm>
            <a:off x="946590" y="2633534"/>
            <a:ext cx="1603424" cy="50056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4A3FABA4-E367-AA21-91DD-C78D7A39EBB9}"/>
              </a:ext>
            </a:extLst>
          </p:cNvPr>
          <p:cNvSpPr/>
          <p:nvPr/>
        </p:nvSpPr>
        <p:spPr>
          <a:xfrm>
            <a:off x="2687022" y="2633534"/>
            <a:ext cx="1603424" cy="50056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6" name="Google Shape;376;p32">
            <a:extLst>
              <a:ext uri="{FF2B5EF4-FFF2-40B4-BE49-F238E27FC236}">
                <a16:creationId xmlns:a16="http://schemas.microsoft.com/office/drawing/2014/main" id="{755043BA-ACA8-43A6-B090-D3C41F93FBEF}"/>
              </a:ext>
            </a:extLst>
          </p:cNvPr>
          <p:cNvSpPr txBox="1">
            <a:spLocks/>
          </p:cNvSpPr>
          <p:nvPr/>
        </p:nvSpPr>
        <p:spPr>
          <a:xfrm>
            <a:off x="970567" y="2694124"/>
            <a:ext cx="1443335" cy="381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drich"/>
              <a:buNone/>
              <a:defRPr sz="28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rPr lang="es-MX" sz="1100" dirty="0">
                <a:solidFill>
                  <a:schemeClr val="tx1"/>
                </a:solidFill>
                <a:latin typeface="Consolas" panose="020B0609020204030204" pitchFamily="49" charset="0"/>
              </a:rPr>
              <a:t>Definición de valor por actor</a:t>
            </a:r>
            <a:endParaRPr lang="es-CL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Google Shape;376;p32">
            <a:extLst>
              <a:ext uri="{FF2B5EF4-FFF2-40B4-BE49-F238E27FC236}">
                <a16:creationId xmlns:a16="http://schemas.microsoft.com/office/drawing/2014/main" id="{9D7CB45F-6EB2-DF12-14F8-43532E375DA0}"/>
              </a:ext>
            </a:extLst>
          </p:cNvPr>
          <p:cNvSpPr txBox="1">
            <a:spLocks/>
          </p:cNvSpPr>
          <p:nvPr/>
        </p:nvSpPr>
        <p:spPr>
          <a:xfrm>
            <a:off x="2687022" y="2734496"/>
            <a:ext cx="1443335" cy="298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drich"/>
              <a:buNone/>
              <a:defRPr sz="28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rPr lang="es-MX" sz="1100" dirty="0">
                <a:solidFill>
                  <a:schemeClr val="tx1"/>
                </a:solidFill>
                <a:latin typeface="Consolas" panose="020B0609020204030204" pitchFamily="49" charset="0"/>
              </a:rPr>
              <a:t>Métricas de éxito</a:t>
            </a:r>
            <a:endParaRPr lang="es-CL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6FB36935-04D0-D4D6-2563-863FC0F82B2B}"/>
              </a:ext>
            </a:extLst>
          </p:cNvPr>
          <p:cNvGrpSpPr/>
          <p:nvPr/>
        </p:nvGrpSpPr>
        <p:grpSpPr>
          <a:xfrm>
            <a:off x="809582" y="3436822"/>
            <a:ext cx="3665826" cy="1075687"/>
            <a:chOff x="809582" y="963752"/>
            <a:chExt cx="3665826" cy="1075687"/>
          </a:xfrm>
        </p:grpSpPr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2E52C83C-4863-BD63-32A5-5215C2BC209B}"/>
                </a:ext>
              </a:extLst>
            </p:cNvPr>
            <p:cNvSpPr/>
            <p:nvPr/>
          </p:nvSpPr>
          <p:spPr>
            <a:xfrm>
              <a:off x="809582" y="963753"/>
              <a:ext cx="3665826" cy="10756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0" name="Google Shape;378;p32">
              <a:extLst>
                <a:ext uri="{FF2B5EF4-FFF2-40B4-BE49-F238E27FC236}">
                  <a16:creationId xmlns:a16="http://schemas.microsoft.com/office/drawing/2014/main" id="{04BDF7F5-6B61-BD8B-DFB5-9BC382B805B8}"/>
                </a:ext>
              </a:extLst>
            </p:cNvPr>
            <p:cNvSpPr/>
            <p:nvPr/>
          </p:nvSpPr>
          <p:spPr>
            <a:xfrm>
              <a:off x="809582" y="963752"/>
              <a:ext cx="3665826" cy="324135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" name="Google Shape;376;p32">
              <a:extLst>
                <a:ext uri="{FF2B5EF4-FFF2-40B4-BE49-F238E27FC236}">
                  <a16:creationId xmlns:a16="http://schemas.microsoft.com/office/drawing/2014/main" id="{2E7B3E1C-DFB8-D62E-B429-A7ACA681ADC7}"/>
                </a:ext>
              </a:extLst>
            </p:cNvPr>
            <p:cNvSpPr txBox="1">
              <a:spLocks/>
            </p:cNvSpPr>
            <p:nvPr/>
          </p:nvSpPr>
          <p:spPr>
            <a:xfrm>
              <a:off x="809582" y="989250"/>
              <a:ext cx="3504841" cy="2986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ldrich"/>
                <a:buNone/>
                <a:defRPr sz="28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9pPr>
            </a:lstStyle>
            <a:p>
              <a:r>
                <a:rPr lang="es-MX" sz="12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Planificación del Proyecto</a:t>
              </a:r>
              <a:endParaRPr lang="es-CL" sz="12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1B5F08C0-9751-15C9-A4D6-CA1C9181729E}"/>
                </a:ext>
              </a:extLst>
            </p:cNvPr>
            <p:cNvSpPr/>
            <p:nvPr/>
          </p:nvSpPr>
          <p:spPr>
            <a:xfrm>
              <a:off x="946590" y="1397000"/>
              <a:ext cx="1603424" cy="500562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626B4A3A-B785-0D30-2F82-F7EEB80D6366}"/>
                </a:ext>
              </a:extLst>
            </p:cNvPr>
            <p:cNvSpPr/>
            <p:nvPr/>
          </p:nvSpPr>
          <p:spPr>
            <a:xfrm>
              <a:off x="2687022" y="1397000"/>
              <a:ext cx="1603424" cy="500562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4" name="Google Shape;376;p32">
              <a:extLst>
                <a:ext uri="{FF2B5EF4-FFF2-40B4-BE49-F238E27FC236}">
                  <a16:creationId xmlns:a16="http://schemas.microsoft.com/office/drawing/2014/main" id="{18A03F9E-B821-B1EB-02DD-769384F0F887}"/>
                </a:ext>
              </a:extLst>
            </p:cNvPr>
            <p:cNvSpPr txBox="1">
              <a:spLocks/>
            </p:cNvSpPr>
            <p:nvPr/>
          </p:nvSpPr>
          <p:spPr>
            <a:xfrm>
              <a:off x="956794" y="1497962"/>
              <a:ext cx="1593220" cy="2986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ldrich"/>
                <a:buNone/>
                <a:defRPr sz="28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9pPr>
            </a:lstStyle>
            <a:p>
              <a:r>
                <a:rPr lang="es-MX" sz="900" dirty="0">
                  <a:solidFill>
                    <a:schemeClr val="tx1"/>
                  </a:solidFill>
                  <a:latin typeface="Consolas" panose="020B0609020204030204" pitchFamily="49" charset="0"/>
                </a:rPr>
                <a:t>Elaborar Estructura de desglose de trabajo</a:t>
              </a:r>
              <a:endParaRPr lang="es-CL" sz="9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5" name="Google Shape;376;p32">
              <a:extLst>
                <a:ext uri="{FF2B5EF4-FFF2-40B4-BE49-F238E27FC236}">
                  <a16:creationId xmlns:a16="http://schemas.microsoft.com/office/drawing/2014/main" id="{2C987D64-DF4E-C8A3-73BF-5D57163E1584}"/>
                </a:ext>
              </a:extLst>
            </p:cNvPr>
            <p:cNvSpPr txBox="1">
              <a:spLocks/>
            </p:cNvSpPr>
            <p:nvPr/>
          </p:nvSpPr>
          <p:spPr>
            <a:xfrm>
              <a:off x="2767066" y="1497962"/>
              <a:ext cx="1443335" cy="2986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ldrich"/>
                <a:buNone/>
                <a:defRPr sz="28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9pPr>
            </a:lstStyle>
            <a:p>
              <a:r>
                <a:rPr lang="es-MX" sz="1100" dirty="0">
                  <a:solidFill>
                    <a:schemeClr val="tx1"/>
                  </a:solidFill>
                  <a:latin typeface="Consolas" panose="020B0609020204030204" pitchFamily="49" charset="0"/>
                </a:rPr>
                <a:t>Asignación de</a:t>
              </a:r>
              <a:r>
                <a:rPr lang="es-MX" sz="12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s-MX" sz="1100" dirty="0">
                  <a:solidFill>
                    <a:schemeClr val="tx1"/>
                  </a:solidFill>
                  <a:latin typeface="Consolas" panose="020B0609020204030204" pitchFamily="49" charset="0"/>
                </a:rPr>
                <a:t>roles</a:t>
              </a:r>
              <a:endParaRPr lang="es-CL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BEC9C056-E79D-2473-749A-D36B44082DAB}"/>
              </a:ext>
            </a:extLst>
          </p:cNvPr>
          <p:cNvGrpSpPr/>
          <p:nvPr/>
        </p:nvGrpSpPr>
        <p:grpSpPr>
          <a:xfrm>
            <a:off x="4668592" y="1528336"/>
            <a:ext cx="3665826" cy="1075687"/>
            <a:chOff x="809582" y="963752"/>
            <a:chExt cx="3665826" cy="1075687"/>
          </a:xfrm>
        </p:grpSpPr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BD40E43F-9191-4BDA-5EE5-4D23216D1D35}"/>
                </a:ext>
              </a:extLst>
            </p:cNvPr>
            <p:cNvSpPr/>
            <p:nvPr/>
          </p:nvSpPr>
          <p:spPr>
            <a:xfrm>
              <a:off x="809582" y="963753"/>
              <a:ext cx="3665826" cy="10756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8" name="Google Shape;378;p32">
              <a:extLst>
                <a:ext uri="{FF2B5EF4-FFF2-40B4-BE49-F238E27FC236}">
                  <a16:creationId xmlns:a16="http://schemas.microsoft.com/office/drawing/2014/main" id="{7BFE6916-5A11-56FD-BA8F-F456AE9D8CAB}"/>
                </a:ext>
              </a:extLst>
            </p:cNvPr>
            <p:cNvSpPr/>
            <p:nvPr/>
          </p:nvSpPr>
          <p:spPr>
            <a:xfrm>
              <a:off x="809582" y="963752"/>
              <a:ext cx="3665826" cy="324135"/>
            </a:xfrm>
            <a:prstGeom prst="rect">
              <a:avLst/>
            </a:prstGeom>
            <a:solidFill>
              <a:srgbClr val="25A2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9" name="Google Shape;376;p32">
              <a:extLst>
                <a:ext uri="{FF2B5EF4-FFF2-40B4-BE49-F238E27FC236}">
                  <a16:creationId xmlns:a16="http://schemas.microsoft.com/office/drawing/2014/main" id="{C4A40F40-9D63-0319-375B-7621C3919959}"/>
                </a:ext>
              </a:extLst>
            </p:cNvPr>
            <p:cNvSpPr txBox="1">
              <a:spLocks/>
            </p:cNvSpPr>
            <p:nvPr/>
          </p:nvSpPr>
          <p:spPr>
            <a:xfrm>
              <a:off x="809582" y="989250"/>
              <a:ext cx="3504841" cy="2986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ldrich"/>
                <a:buNone/>
                <a:defRPr sz="28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9pPr>
            </a:lstStyle>
            <a:p>
              <a:r>
                <a:rPr lang="es-MX" sz="12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Levantamiento de Requisitos</a:t>
              </a:r>
              <a:endParaRPr lang="es-CL" sz="12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73CB641B-5A8E-31FD-E666-70CCB7DB1569}"/>
                </a:ext>
              </a:extLst>
            </p:cNvPr>
            <p:cNvSpPr/>
            <p:nvPr/>
          </p:nvSpPr>
          <p:spPr>
            <a:xfrm>
              <a:off x="946590" y="1397000"/>
              <a:ext cx="1603424" cy="500562"/>
            </a:xfrm>
            <a:prstGeom prst="rect">
              <a:avLst/>
            </a:prstGeom>
            <a:noFill/>
            <a:ln>
              <a:solidFill>
                <a:srgbClr val="25A2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8C02D316-5848-4B4A-53D5-0A7211B3A10F}"/>
                </a:ext>
              </a:extLst>
            </p:cNvPr>
            <p:cNvSpPr/>
            <p:nvPr/>
          </p:nvSpPr>
          <p:spPr>
            <a:xfrm>
              <a:off x="2687022" y="1397000"/>
              <a:ext cx="1603424" cy="500562"/>
            </a:xfrm>
            <a:prstGeom prst="rect">
              <a:avLst/>
            </a:prstGeom>
            <a:noFill/>
            <a:ln>
              <a:solidFill>
                <a:srgbClr val="25A2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2" name="Google Shape;376;p32">
              <a:extLst>
                <a:ext uri="{FF2B5EF4-FFF2-40B4-BE49-F238E27FC236}">
                  <a16:creationId xmlns:a16="http://schemas.microsoft.com/office/drawing/2014/main" id="{82F8C846-CBB7-5273-4422-C205D189E10A}"/>
                </a:ext>
              </a:extLst>
            </p:cNvPr>
            <p:cNvSpPr txBox="1">
              <a:spLocks/>
            </p:cNvSpPr>
            <p:nvPr/>
          </p:nvSpPr>
          <p:spPr>
            <a:xfrm>
              <a:off x="990772" y="1497962"/>
              <a:ext cx="1443335" cy="2986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ldrich"/>
                <a:buNone/>
                <a:defRPr sz="28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9pPr>
            </a:lstStyle>
            <a:p>
              <a:r>
                <a:rPr lang="es-MX" sz="1100" dirty="0">
                  <a:solidFill>
                    <a:schemeClr val="tx1"/>
                  </a:solidFill>
                  <a:latin typeface="Consolas" panose="020B0609020204030204" pitchFamily="49" charset="0"/>
                </a:rPr>
                <a:t>Identificar requisitos</a:t>
              </a:r>
              <a:endParaRPr lang="es-CL" sz="11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3" name="Google Shape;376;p32">
              <a:extLst>
                <a:ext uri="{FF2B5EF4-FFF2-40B4-BE49-F238E27FC236}">
                  <a16:creationId xmlns:a16="http://schemas.microsoft.com/office/drawing/2014/main" id="{1928F93D-3FC9-3C81-0CB9-284459E970B7}"/>
                </a:ext>
              </a:extLst>
            </p:cNvPr>
            <p:cNvSpPr txBox="1">
              <a:spLocks/>
            </p:cNvSpPr>
            <p:nvPr/>
          </p:nvSpPr>
          <p:spPr>
            <a:xfrm>
              <a:off x="2687022" y="1497962"/>
              <a:ext cx="1532493" cy="2986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ldrich"/>
                <a:buNone/>
                <a:defRPr sz="28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9pPr>
            </a:lstStyle>
            <a:p>
              <a:r>
                <a:rPr lang="es-MX" sz="1100" dirty="0">
                  <a:solidFill>
                    <a:schemeClr val="tx1"/>
                  </a:solidFill>
                  <a:latin typeface="Consolas" panose="020B0609020204030204" pitchFamily="49" charset="0"/>
                </a:rPr>
                <a:t>Realizar historia de usuario</a:t>
              </a:r>
              <a:endParaRPr lang="es-CL" sz="11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320" name="Grupo 319">
            <a:extLst>
              <a:ext uri="{FF2B5EF4-FFF2-40B4-BE49-F238E27FC236}">
                <a16:creationId xmlns:a16="http://schemas.microsoft.com/office/drawing/2014/main" id="{7976D398-5CDC-1EE3-88F4-6CBB6805C24D}"/>
              </a:ext>
            </a:extLst>
          </p:cNvPr>
          <p:cNvGrpSpPr/>
          <p:nvPr/>
        </p:nvGrpSpPr>
        <p:grpSpPr>
          <a:xfrm>
            <a:off x="4668592" y="2792220"/>
            <a:ext cx="3665826" cy="1075687"/>
            <a:chOff x="809582" y="963752"/>
            <a:chExt cx="3665826" cy="1075687"/>
          </a:xfrm>
        </p:grpSpPr>
        <p:sp>
          <p:nvSpPr>
            <p:cNvPr id="321" name="Rectángulo 320">
              <a:extLst>
                <a:ext uri="{FF2B5EF4-FFF2-40B4-BE49-F238E27FC236}">
                  <a16:creationId xmlns:a16="http://schemas.microsoft.com/office/drawing/2014/main" id="{E946808E-D05B-13F2-10ED-3ECAEBB9259C}"/>
                </a:ext>
              </a:extLst>
            </p:cNvPr>
            <p:cNvSpPr/>
            <p:nvPr/>
          </p:nvSpPr>
          <p:spPr>
            <a:xfrm>
              <a:off x="809582" y="963753"/>
              <a:ext cx="3665826" cy="10756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22" name="Google Shape;378;p32">
              <a:extLst>
                <a:ext uri="{FF2B5EF4-FFF2-40B4-BE49-F238E27FC236}">
                  <a16:creationId xmlns:a16="http://schemas.microsoft.com/office/drawing/2014/main" id="{BE03C9EB-4282-234B-CB81-E457ADDE4BA7}"/>
                </a:ext>
              </a:extLst>
            </p:cNvPr>
            <p:cNvSpPr/>
            <p:nvPr/>
          </p:nvSpPr>
          <p:spPr>
            <a:xfrm>
              <a:off x="809582" y="963752"/>
              <a:ext cx="3665826" cy="324135"/>
            </a:xfrm>
            <a:prstGeom prst="rect">
              <a:avLst/>
            </a:prstGeom>
            <a:solidFill>
              <a:srgbClr val="E4666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3" name="Google Shape;376;p32">
              <a:extLst>
                <a:ext uri="{FF2B5EF4-FFF2-40B4-BE49-F238E27FC236}">
                  <a16:creationId xmlns:a16="http://schemas.microsoft.com/office/drawing/2014/main" id="{47F30592-E525-270B-007C-B35C15384692}"/>
                </a:ext>
              </a:extLst>
            </p:cNvPr>
            <p:cNvSpPr txBox="1">
              <a:spLocks/>
            </p:cNvSpPr>
            <p:nvPr/>
          </p:nvSpPr>
          <p:spPr>
            <a:xfrm>
              <a:off x="809582" y="989250"/>
              <a:ext cx="3504841" cy="2986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ldrich"/>
                <a:buNone/>
                <a:defRPr sz="28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9pPr>
            </a:lstStyle>
            <a:p>
              <a:r>
                <a:rPr lang="es-MX" sz="1200" dirty="0">
                  <a:solidFill>
                    <a:schemeClr val="bg1"/>
                  </a:solidFill>
                  <a:latin typeface="Consolas" panose="020B0609020204030204" pitchFamily="49" charset="0"/>
                </a:rPr>
                <a:t>Planificación de Seguridad</a:t>
              </a:r>
              <a:endParaRPr lang="es-CL" sz="12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24" name="Rectángulo 323">
              <a:extLst>
                <a:ext uri="{FF2B5EF4-FFF2-40B4-BE49-F238E27FC236}">
                  <a16:creationId xmlns:a16="http://schemas.microsoft.com/office/drawing/2014/main" id="{84D56039-1ED6-9ADA-7EDD-B8FCA7095D62}"/>
                </a:ext>
              </a:extLst>
            </p:cNvPr>
            <p:cNvSpPr/>
            <p:nvPr/>
          </p:nvSpPr>
          <p:spPr>
            <a:xfrm>
              <a:off x="946590" y="1397000"/>
              <a:ext cx="1603424" cy="500562"/>
            </a:xfrm>
            <a:prstGeom prst="rect">
              <a:avLst/>
            </a:prstGeom>
            <a:noFill/>
            <a:ln>
              <a:solidFill>
                <a:srgbClr val="E4666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25" name="Rectángulo 324">
              <a:extLst>
                <a:ext uri="{FF2B5EF4-FFF2-40B4-BE49-F238E27FC236}">
                  <a16:creationId xmlns:a16="http://schemas.microsoft.com/office/drawing/2014/main" id="{1E2E622E-7C04-F7BE-257A-9543CEAF4D1E}"/>
                </a:ext>
              </a:extLst>
            </p:cNvPr>
            <p:cNvSpPr/>
            <p:nvPr/>
          </p:nvSpPr>
          <p:spPr>
            <a:xfrm>
              <a:off x="2687022" y="1397000"/>
              <a:ext cx="1603424" cy="500562"/>
            </a:xfrm>
            <a:prstGeom prst="rect">
              <a:avLst/>
            </a:prstGeom>
            <a:noFill/>
            <a:ln>
              <a:solidFill>
                <a:srgbClr val="E4666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26" name="Google Shape;376;p32">
              <a:extLst>
                <a:ext uri="{FF2B5EF4-FFF2-40B4-BE49-F238E27FC236}">
                  <a16:creationId xmlns:a16="http://schemas.microsoft.com/office/drawing/2014/main" id="{1D6C46B3-363D-A805-02CD-64C3D1B2EA71}"/>
                </a:ext>
              </a:extLst>
            </p:cNvPr>
            <p:cNvSpPr txBox="1">
              <a:spLocks/>
            </p:cNvSpPr>
            <p:nvPr/>
          </p:nvSpPr>
          <p:spPr>
            <a:xfrm>
              <a:off x="990772" y="1497962"/>
              <a:ext cx="1443335" cy="2986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ldrich"/>
                <a:buNone/>
                <a:defRPr sz="28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9pPr>
            </a:lstStyle>
            <a:p>
              <a:r>
                <a:rPr lang="es-MX" sz="1100" dirty="0">
                  <a:solidFill>
                    <a:schemeClr val="tx1"/>
                  </a:solidFill>
                  <a:latin typeface="Consolas" panose="020B0609020204030204" pitchFamily="49" charset="0"/>
                </a:rPr>
                <a:t>Definir autenticación</a:t>
              </a:r>
              <a:endParaRPr lang="es-CL" sz="11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27" name="Google Shape;376;p32">
              <a:extLst>
                <a:ext uri="{FF2B5EF4-FFF2-40B4-BE49-F238E27FC236}">
                  <a16:creationId xmlns:a16="http://schemas.microsoft.com/office/drawing/2014/main" id="{3EFB1745-117A-2DB6-6F0C-46F28B9D8046}"/>
                </a:ext>
              </a:extLst>
            </p:cNvPr>
            <p:cNvSpPr txBox="1">
              <a:spLocks/>
            </p:cNvSpPr>
            <p:nvPr/>
          </p:nvSpPr>
          <p:spPr>
            <a:xfrm>
              <a:off x="2687022" y="1497962"/>
              <a:ext cx="1443335" cy="2986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ldrich"/>
                <a:buNone/>
                <a:defRPr sz="28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drich"/>
                <a:buNone/>
                <a:defRPr sz="3000" b="1" i="0" u="none" strike="noStrike" cap="none">
                  <a:solidFill>
                    <a:schemeClr val="dk1"/>
                  </a:solidFill>
                  <a:latin typeface="Aldrich"/>
                  <a:ea typeface="Aldrich"/>
                  <a:cs typeface="Aldrich"/>
                  <a:sym typeface="Aldrich"/>
                </a:defRPr>
              </a:lvl9pPr>
            </a:lstStyle>
            <a:p>
              <a:r>
                <a:rPr lang="es-MX" sz="1100" dirty="0">
                  <a:solidFill>
                    <a:schemeClr val="tx1"/>
                  </a:solidFill>
                  <a:latin typeface="Consolas" panose="020B0609020204030204" pitchFamily="49" charset="0"/>
                </a:rPr>
                <a:t>Control de acceso</a:t>
              </a:r>
              <a:endParaRPr lang="es-CL" sz="11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3"/>
          <p:cNvSpPr txBox="1">
            <a:spLocks noGrp="1"/>
          </p:cNvSpPr>
          <p:nvPr>
            <p:ph type="title"/>
          </p:nvPr>
        </p:nvSpPr>
        <p:spPr>
          <a:xfrm>
            <a:off x="1175662" y="1995809"/>
            <a:ext cx="2012878" cy="13220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nsolas" panose="020B0609020204030204" pitchFamily="49" charset="0"/>
              </a:rPr>
              <a:t>Matriz de poder e interés</a:t>
            </a:r>
            <a:endParaRPr dirty="0">
              <a:latin typeface="Consolas" panose="020B0609020204030204" pitchFamily="49" charset="0"/>
            </a:endParaRP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97CAA120-FE89-3148-2557-06944C0475BC}"/>
              </a:ext>
            </a:extLst>
          </p:cNvPr>
          <p:cNvGrpSpPr/>
          <p:nvPr/>
        </p:nvGrpSpPr>
        <p:grpSpPr>
          <a:xfrm>
            <a:off x="3881767" y="1084565"/>
            <a:ext cx="4246874" cy="3558708"/>
            <a:chOff x="2265265" y="548999"/>
            <a:chExt cx="6734802" cy="6414768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D026EC5E-7E07-B819-95E0-B959E5D2A58E}"/>
                </a:ext>
              </a:extLst>
            </p:cNvPr>
            <p:cNvSpPr/>
            <p:nvPr/>
          </p:nvSpPr>
          <p:spPr>
            <a:xfrm>
              <a:off x="2861733" y="548999"/>
              <a:ext cx="2880000" cy="2880000"/>
            </a:xfrm>
            <a:prstGeom prst="rect">
              <a:avLst/>
            </a:prstGeom>
            <a:solidFill>
              <a:srgbClr val="EE5C69"/>
            </a:solidFill>
            <a:ln>
              <a:solidFill>
                <a:srgbClr val="EE5C6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0EAE6"/>
                </a:solidFill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9CF98251-A4BB-2E2C-0FDF-4CC5EB411C5A}"/>
                </a:ext>
              </a:extLst>
            </p:cNvPr>
            <p:cNvSpPr/>
            <p:nvPr/>
          </p:nvSpPr>
          <p:spPr>
            <a:xfrm>
              <a:off x="2861734" y="3467100"/>
              <a:ext cx="2880001" cy="2880000"/>
            </a:xfrm>
            <a:prstGeom prst="rect">
              <a:avLst/>
            </a:prstGeom>
            <a:solidFill>
              <a:srgbClr val="998675"/>
            </a:solidFill>
            <a:ln>
              <a:solidFill>
                <a:srgbClr val="9986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9957C65C-835D-A4FC-84B2-A36ADB2E1463}"/>
                </a:ext>
              </a:extLst>
            </p:cNvPr>
            <p:cNvSpPr/>
            <p:nvPr/>
          </p:nvSpPr>
          <p:spPr>
            <a:xfrm>
              <a:off x="5741732" y="3448050"/>
              <a:ext cx="2880000" cy="2880000"/>
            </a:xfrm>
            <a:prstGeom prst="rect">
              <a:avLst/>
            </a:prstGeom>
            <a:solidFill>
              <a:srgbClr val="5EC195"/>
            </a:solidFill>
            <a:ln>
              <a:solidFill>
                <a:srgbClr val="5EC1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ACCB5CA7-F7BB-E12B-A396-6D447C03DC8E}"/>
                </a:ext>
              </a:extLst>
            </p:cNvPr>
            <p:cNvSpPr/>
            <p:nvPr/>
          </p:nvSpPr>
          <p:spPr>
            <a:xfrm>
              <a:off x="5741734" y="548999"/>
              <a:ext cx="2880000" cy="2880000"/>
            </a:xfrm>
            <a:prstGeom prst="rect">
              <a:avLst/>
            </a:prstGeom>
            <a:solidFill>
              <a:srgbClr val="F8D070"/>
            </a:solidFill>
            <a:ln>
              <a:solidFill>
                <a:srgbClr val="F8D0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36" name="Conector recto de flecha 35">
              <a:extLst>
                <a:ext uri="{FF2B5EF4-FFF2-40B4-BE49-F238E27FC236}">
                  <a16:creationId xmlns:a16="http://schemas.microsoft.com/office/drawing/2014/main" id="{D2072BED-80AD-F61F-D677-FDC7F2C9F88B}"/>
                </a:ext>
              </a:extLst>
            </p:cNvPr>
            <p:cNvCxnSpPr>
              <a:cxnSpLocks/>
            </p:cNvCxnSpPr>
            <p:nvPr/>
          </p:nvCxnSpPr>
          <p:spPr>
            <a:xfrm>
              <a:off x="2861733" y="6328050"/>
              <a:ext cx="6138334" cy="0"/>
            </a:xfrm>
            <a:prstGeom prst="straightConnector1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BF2942C3-48A7-2694-AA3E-BDED03DE363D}"/>
                </a:ext>
              </a:extLst>
            </p:cNvPr>
            <p:cNvSpPr txBox="1"/>
            <p:nvPr/>
          </p:nvSpPr>
          <p:spPr>
            <a:xfrm>
              <a:off x="3000901" y="1006650"/>
              <a:ext cx="2513934" cy="1054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6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KEEP</a:t>
              </a:r>
            </a:p>
            <a:p>
              <a:pPr algn="ctr"/>
              <a:r>
                <a:rPr lang="es-MX" sz="16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SATISFIED</a:t>
              </a:r>
              <a:endParaRPr lang="es-CL" sz="16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B19A10FE-C3E6-AC74-6DE3-A4C396C6B24B}"/>
                </a:ext>
              </a:extLst>
            </p:cNvPr>
            <p:cNvSpPr txBox="1"/>
            <p:nvPr/>
          </p:nvSpPr>
          <p:spPr>
            <a:xfrm>
              <a:off x="5924764" y="1024430"/>
              <a:ext cx="2513934" cy="1054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6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MANAGE</a:t>
              </a:r>
            </a:p>
            <a:p>
              <a:pPr algn="ctr"/>
              <a:r>
                <a:rPr lang="es-MX" sz="16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CLOSELY</a:t>
              </a: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C718C466-849D-D94E-38CF-C05245FE6176}"/>
                </a:ext>
              </a:extLst>
            </p:cNvPr>
            <p:cNvSpPr txBox="1"/>
            <p:nvPr/>
          </p:nvSpPr>
          <p:spPr>
            <a:xfrm>
              <a:off x="2970123" y="4060013"/>
              <a:ext cx="2513934" cy="6102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6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MONITOR</a:t>
              </a:r>
              <a:endParaRPr lang="es-CL" sz="16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236A92E9-A76B-3626-8E46-21736B8485B8}"/>
                </a:ext>
              </a:extLst>
            </p:cNvPr>
            <p:cNvSpPr txBox="1"/>
            <p:nvPr/>
          </p:nvSpPr>
          <p:spPr>
            <a:xfrm>
              <a:off x="5850121" y="3933942"/>
              <a:ext cx="2513934" cy="1054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6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KEEP</a:t>
              </a:r>
            </a:p>
            <a:p>
              <a:pPr algn="ctr"/>
              <a:r>
                <a:rPr lang="es-MX" sz="16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INFORMED</a:t>
              </a:r>
              <a:endParaRPr lang="es-CL" sz="16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2AE2AEEE-14F5-A82E-2B5B-206B8426BFC9}"/>
                </a:ext>
              </a:extLst>
            </p:cNvPr>
            <p:cNvSpPr txBox="1"/>
            <p:nvPr/>
          </p:nvSpPr>
          <p:spPr>
            <a:xfrm rot="16200000">
              <a:off x="1252339" y="3073665"/>
              <a:ext cx="2513934" cy="488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dirty="0">
                  <a:solidFill>
                    <a:schemeClr val="tx1"/>
                  </a:solidFill>
                  <a:latin typeface="Consolas" panose="020B0609020204030204" pitchFamily="49" charset="0"/>
                </a:rPr>
                <a:t>PODER</a:t>
              </a:r>
              <a:endParaRPr lang="es-MX" sz="24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32666BB0-CF97-F71F-CAA8-3C91F57880D0}"/>
                </a:ext>
              </a:extLst>
            </p:cNvPr>
            <p:cNvSpPr txBox="1"/>
            <p:nvPr/>
          </p:nvSpPr>
          <p:spPr>
            <a:xfrm>
              <a:off x="4484766" y="6408982"/>
              <a:ext cx="2513933" cy="5547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dirty="0">
                  <a:solidFill>
                    <a:schemeClr val="tx1"/>
                  </a:solidFill>
                  <a:latin typeface="Consolas" panose="020B0609020204030204" pitchFamily="49" charset="0"/>
                </a:rPr>
                <a:t>INTERÉS</a:t>
              </a:r>
              <a:endParaRPr lang="es-MX" sz="24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65C24ECC-254F-A06C-27B8-143B5AEE159F}"/>
                </a:ext>
              </a:extLst>
            </p:cNvPr>
            <p:cNvSpPr txBox="1"/>
            <p:nvPr/>
          </p:nvSpPr>
          <p:spPr>
            <a:xfrm>
              <a:off x="3296264" y="2151599"/>
              <a:ext cx="2010937" cy="832177"/>
            </a:xfrm>
            <a:prstGeom prst="rect">
              <a:avLst/>
            </a:prstGeom>
            <a:noFill/>
            <a:ln>
              <a:solidFill>
                <a:srgbClr val="D0162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Ministerio de salud</a:t>
              </a:r>
              <a:endParaRPr lang="es-CL" sz="12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A3AB883C-E779-619F-1096-849998418EFC}"/>
                </a:ext>
              </a:extLst>
            </p:cNvPr>
            <p:cNvSpPr txBox="1"/>
            <p:nvPr/>
          </p:nvSpPr>
          <p:spPr>
            <a:xfrm>
              <a:off x="5963122" y="2151599"/>
              <a:ext cx="2437218" cy="832177"/>
            </a:xfrm>
            <a:prstGeom prst="rect">
              <a:avLst/>
            </a:prstGeom>
            <a:noFill/>
            <a:ln>
              <a:solidFill>
                <a:srgbClr val="D79D0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Administrador del consultorio</a:t>
              </a:r>
              <a:endParaRPr lang="es-CL" sz="12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314A7F6E-FE7F-5DD1-BAD2-E1876EB9ED75}"/>
                </a:ext>
              </a:extLst>
            </p:cNvPr>
            <p:cNvSpPr txBox="1"/>
            <p:nvPr/>
          </p:nvSpPr>
          <p:spPr>
            <a:xfrm>
              <a:off x="5937737" y="4977569"/>
              <a:ext cx="2437218" cy="499306"/>
            </a:xfrm>
            <a:prstGeom prst="rect">
              <a:avLst/>
            </a:prstGeom>
            <a:noFill/>
            <a:ln>
              <a:solidFill>
                <a:srgbClr val="39936A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Pacientes</a:t>
              </a:r>
              <a:endParaRPr lang="es-CL" sz="12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699DDE5F-77CA-D951-7120-0F123EAFEE8F}"/>
                </a:ext>
              </a:extLst>
            </p:cNvPr>
            <p:cNvSpPr txBox="1"/>
            <p:nvPr/>
          </p:nvSpPr>
          <p:spPr>
            <a:xfrm>
              <a:off x="3121481" y="4869000"/>
              <a:ext cx="2437218" cy="832177"/>
            </a:xfrm>
            <a:prstGeom prst="rect">
              <a:avLst/>
            </a:prstGeom>
            <a:noFill/>
            <a:ln>
              <a:solidFill>
                <a:srgbClr val="7161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Proveedores de servicios</a:t>
              </a:r>
              <a:endParaRPr lang="es-CL" sz="12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B306CC22-A735-CF99-A2AA-7D041B54018F}"/>
              </a:ext>
            </a:extLst>
          </p:cNvPr>
          <p:cNvCxnSpPr>
            <a:cxnSpLocks/>
          </p:cNvCxnSpPr>
          <p:nvPr/>
        </p:nvCxnSpPr>
        <p:spPr>
          <a:xfrm flipV="1">
            <a:off x="4236761" y="875678"/>
            <a:ext cx="16068" cy="3425488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>
          <a:extLst>
            <a:ext uri="{FF2B5EF4-FFF2-40B4-BE49-F238E27FC236}">
              <a16:creationId xmlns:a16="http://schemas.microsoft.com/office/drawing/2014/main" id="{B1C496AA-E3AB-CE94-4E6C-FDC97868C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ABC0002-2A02-7652-E9CD-852EDEE44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7395" y="1562028"/>
            <a:ext cx="2751191" cy="1683447"/>
          </a:xfrm>
        </p:spPr>
        <p:txBody>
          <a:bodyPr/>
          <a:lstStyle/>
          <a:p>
            <a:r>
              <a:rPr lang="es-MX" b="0" dirty="0">
                <a:latin typeface="Consolas" panose="020B0609020204030204" pitchFamily="49" charset="0"/>
              </a:rPr>
              <a:t>Diagrama de casos de uso</a:t>
            </a:r>
            <a:endParaRPr lang="es-CL" b="0" dirty="0">
              <a:latin typeface="Consolas" panose="020B0609020204030204" pitchFamily="49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E53848D-D3B8-4B7B-7B93-4F2A2EDFD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316" y="727656"/>
            <a:ext cx="3675136" cy="409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5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>
          <a:extLst>
            <a:ext uri="{FF2B5EF4-FFF2-40B4-BE49-F238E27FC236}">
              <a16:creationId xmlns:a16="http://schemas.microsoft.com/office/drawing/2014/main" id="{C0921C4B-46B8-03CF-9638-684235346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B242738-B1AD-722E-C8CE-B8BA38CE3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319" y="2231730"/>
            <a:ext cx="2751191" cy="936473"/>
          </a:xfrm>
        </p:spPr>
        <p:txBody>
          <a:bodyPr/>
          <a:lstStyle/>
          <a:p>
            <a:r>
              <a:rPr lang="es-MX" b="0" dirty="0">
                <a:latin typeface="Consolas" panose="020B0609020204030204" pitchFamily="49" charset="0"/>
              </a:rPr>
              <a:t>Diagrama de casos de uso</a:t>
            </a:r>
            <a:endParaRPr lang="es-CL" b="0" dirty="0">
              <a:latin typeface="Consolas" panose="020B0609020204030204" pitchFamily="49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1CB13DE-3044-CC00-3FDF-C05AF1F0CB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001" t="34448" r="-575" b="34251"/>
          <a:stretch>
            <a:fillRect/>
          </a:stretch>
        </p:blipFill>
        <p:spPr>
          <a:xfrm>
            <a:off x="4121238" y="1687133"/>
            <a:ext cx="3597671" cy="210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60698"/>
      </p:ext>
    </p:extLst>
  </p:cSld>
  <p:clrMapOvr>
    <a:masterClrMapping/>
  </p:clrMapOvr>
</p:sld>
</file>

<file path=ppt/theme/theme1.xml><?xml version="1.0" encoding="utf-8"?>
<a:theme xmlns:a="http://schemas.openxmlformats.org/drawingml/2006/main" name="Senior Frontend Developer Portfolio by Slidesgo">
  <a:themeElements>
    <a:clrScheme name="Simple Light">
      <a:dk1>
        <a:srgbClr val="FFFFFF"/>
      </a:dk1>
      <a:lt1>
        <a:srgbClr val="292828"/>
      </a:lt1>
      <a:dk2>
        <a:srgbClr val="A67FF1"/>
      </a:dk2>
      <a:lt2>
        <a:srgbClr val="F5B150"/>
      </a:lt2>
      <a:accent1>
        <a:srgbClr val="C0E67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106</Words>
  <Application>Microsoft Macintosh PowerPoint</Application>
  <PresentationFormat>On-screen Show (16:9)</PresentationFormat>
  <Paragraphs>41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Open Sans</vt:lpstr>
      <vt:lpstr>Aldrich</vt:lpstr>
      <vt:lpstr>Arial</vt:lpstr>
      <vt:lpstr>Consolas</vt:lpstr>
      <vt:lpstr>Senior Frontend Developer Portfolio by Slidesgo</vt:lpstr>
      <vt:lpstr>CONSULTORIO DIGITAL</vt:lpstr>
      <vt:lpstr>Etapas de trabajo</vt:lpstr>
      <vt:lpstr>Matriz de poder e interés</vt:lpstr>
      <vt:lpstr>Diagrama de casos de uso</vt:lpstr>
      <vt:lpstr>Diagrama de casos de uso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acer</dc:creator>
  <cp:lastModifiedBy>Alejandro Fabián Dinamarca Cáceres</cp:lastModifiedBy>
  <cp:revision>4</cp:revision>
  <dcterms:modified xsi:type="dcterms:W3CDTF">2026-04-08T17:01:19Z</dcterms:modified>
</cp:coreProperties>
</file>